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Autonomous ER Edge AI Agent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Real-Time Clinical Notes &amp; Alerts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Ali Zaidi • ITAI 3377 • April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640075" y="1564525"/>
            <a:ext cx="7863900" cy="4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The focus of this project is ER note-taking and workflow support.</a:t>
            </a:r>
            <a:endParaRPr sz="35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Doctors are overloaded with treating patients and handling documentation.</a:t>
            </a:r>
            <a:endParaRPr sz="35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A lot of time goes into writing notes instead of patient care.</a:t>
            </a:r>
            <a:endParaRPr sz="35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The goal is to reduce that burden using AI.</a:t>
            </a:r>
            <a:endParaRPr sz="3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Approach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734175" y="1740972"/>
            <a:ext cx="7863900" cy="3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The system acts like a smart assistant in the ER.</a:t>
            </a:r>
            <a:endParaRPr sz="35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It collects patient data from sensors and doctor input.</a:t>
            </a:r>
            <a:endParaRPr sz="35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It uses AI to generate structured notes automatically.</a:t>
            </a:r>
            <a:endParaRPr sz="35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It also analyzes data to identify high-risk patients.</a:t>
            </a:r>
            <a:endParaRPr sz="3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640080" y="1830350"/>
            <a:ext cx="78639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Data comes from sensors and doctor inputs.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It is processed on a local edge device instead of the cloud.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This improves speed and protects patient data.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An AI layer extracts information and generates outputs.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A decision agent determines alerts and actions.</a:t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Design Decisions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640075" y="1799775"/>
            <a:ext cx="7863900" cy="3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Use edge computing for low latency and better privacy.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Combine multiple AI models instead of relying on one.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Use both AI and rule-based logic for decisions.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Display results on a dashboard for quick understanding.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Measures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640075" y="1858599"/>
            <a:ext cx="7863900" cy="3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All data is encrypted during communication.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Only authorized users and devices can access the system.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Device authentication prevents unauthorized connections.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Logs track all activity for accountability.</a:t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Strategy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698905" y="1571575"/>
            <a:ext cx="78639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Test performance to ensure fast response times.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Check accuracy of notes and risk predictions.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Simulate multiple patients to test system under load.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Test security to ensure protection against attacks.</a:t>
            </a:r>
            <a:endParaRPr sz="2300"/>
          </a:p>
          <a:p>
            <a:pPr indent="-361950" lvl="0" marL="3429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/>
              <a:t>Evaluate fairness to reduce bias in results.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